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6" r:id="rId9"/>
    <p:sldId id="267" r:id="rId10"/>
    <p:sldId id="268" r:id="rId11"/>
    <p:sldId id="279" r:id="rId12"/>
    <p:sldId id="280" r:id="rId13"/>
    <p:sldId id="281" r:id="rId14"/>
    <p:sldId id="274" r:id="rId15"/>
    <p:sldId id="275" r:id="rId16"/>
    <p:sldId id="278" r:id="rId17"/>
    <p:sldId id="276" r:id="rId18"/>
    <p:sldId id="277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1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95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2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37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77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273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3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5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1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24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60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16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380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13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308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83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dirty="0" err="1">
                <a:latin typeface="Algerian" panose="04020705040A02060702" pitchFamily="82" charset="0"/>
              </a:rPr>
              <a:t>CrackGPT</a:t>
            </a:r>
            <a:r>
              <a:rPr dirty="0"/>
              <a:t> – AI Interview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150536"/>
            <a:ext cx="7772400" cy="3649133"/>
          </a:xfrm>
        </p:spPr>
        <p:txBody>
          <a:bodyPr>
            <a:normAutofit/>
          </a:bodyPr>
          <a:lstStyle/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r>
              <a:rPr b="1" dirty="0"/>
              <a:t>Team:</a:t>
            </a:r>
            <a:endParaRPr lang="en-US" b="1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 err="1"/>
              <a:t>Subhadeep</a:t>
            </a:r>
            <a:r>
              <a:rPr lang="en-IN" dirty="0"/>
              <a:t>  Sing</a:t>
            </a:r>
            <a:endParaRPr lang="en-US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Abhishek</a:t>
            </a:r>
            <a:r>
              <a:rPr lang="en-US" dirty="0"/>
              <a:t> Kumar Jha</a:t>
            </a:r>
            <a:r>
              <a:rPr dirty="0"/>
              <a:t> </a:t>
            </a:r>
            <a:r>
              <a:rPr lang="en-IN" dirty="0"/>
              <a:t> 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Aditya</a:t>
            </a:r>
            <a:r>
              <a:rPr dirty="0"/>
              <a:t> </a:t>
            </a:r>
            <a:r>
              <a:rPr lang="en-US" dirty="0"/>
              <a:t>Deshmukh</a:t>
            </a: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Mohd </a:t>
            </a:r>
            <a:r>
              <a:rPr dirty="0"/>
              <a:t>Ayaan </a:t>
            </a:r>
            <a:endParaRPr lang="en-US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Manish  </a:t>
            </a:r>
            <a:r>
              <a:rPr lang="en-US" dirty="0"/>
              <a:t>Seervi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Technical interviews are getting increasingly competitive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Existing tools provide static, repetitive question banks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No personalization based on job role or difficulty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No real voice-based simulation or soft‑skill evaluation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Students cannot receive structured, actionable interview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Why Current Tools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5255"/>
            <a:ext cx="7772400" cy="3649133"/>
          </a:xfrm>
        </p:spPr>
        <p:txBody>
          <a:bodyPr/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Random question sets with no context awareness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No </a:t>
            </a:r>
            <a:r>
              <a:rPr dirty="0" err="1"/>
              <a:t>behavioural</a:t>
            </a:r>
            <a:r>
              <a:rPr dirty="0"/>
              <a:t> + situational + technical mix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No AI-based scoring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Mock interviews with humans are costly and inconsistent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Our Idea – CrackGPT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End‑to‑end AI‑powered mock interview platform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Analyses job description to extract relevant skills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Generates role‑specific questions </a:t>
            </a:r>
            <a:endParaRPr lang="en-US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Records voice, transcribes, evaluates answers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Gives scoring, strengths, weaknesses,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sz="4900" dirty="0"/>
              <a:t>High‑Level System Workflow</a:t>
            </a:r>
            <a:br>
              <a:rPr lang="en-IN" sz="4900" dirty="0"/>
            </a:br>
            <a:r>
              <a:rPr lang="en-IN" sz="4000" dirty="0"/>
              <a:t>Initial Workflow (Version 1)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b="1" dirty="0"/>
              <a:t>Tech Used:</a:t>
            </a:r>
            <a:endParaRPr lang="en-IN" sz="2800" dirty="0"/>
          </a:p>
          <a:p>
            <a:r>
              <a:rPr lang="en-IN" sz="2800" dirty="0"/>
              <a:t>Whisper (ASR)</a:t>
            </a:r>
          </a:p>
          <a:p>
            <a:r>
              <a:rPr lang="en-IN" sz="2800" dirty="0"/>
              <a:t>Gemini via AI Studio</a:t>
            </a:r>
          </a:p>
          <a:p>
            <a:r>
              <a:rPr lang="en-IN" sz="2800" dirty="0" err="1"/>
              <a:t>ElevenLabs</a:t>
            </a:r>
            <a:r>
              <a:rPr lang="en-IN" sz="2800" dirty="0"/>
              <a:t> (TTS)</a:t>
            </a:r>
          </a:p>
          <a:p>
            <a:r>
              <a:rPr lang="en-IN" sz="2800" b="1" dirty="0"/>
              <a:t>Problem:</a:t>
            </a:r>
            <a:endParaRPr lang="en-IN" sz="2800" dirty="0"/>
          </a:p>
          <a:p>
            <a:r>
              <a:rPr lang="en-IN" sz="2800" dirty="0"/>
              <a:t>AI Studio gives </a:t>
            </a:r>
            <a:r>
              <a:rPr lang="en-IN" sz="2800" b="1" dirty="0"/>
              <a:t>only 3 API calls per minute</a:t>
            </a:r>
            <a:r>
              <a:rPr lang="en-IN" sz="2800" dirty="0"/>
              <a:t>, so real-time experience was impossible.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994" y="-42315"/>
            <a:ext cx="7772400" cy="1456267"/>
          </a:xfrm>
        </p:spPr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b="1" dirty="0"/>
              <a:t>How Version 1 Worked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" y="1188720"/>
            <a:ext cx="4747792" cy="5113269"/>
          </a:xfrm>
        </p:spPr>
        <p:txBody>
          <a:bodyPr>
            <a:noAutofit/>
          </a:bodyPr>
          <a:lstStyle/>
          <a:p>
            <a:r>
              <a:rPr lang="en-US" sz="2000" b="1" dirty="0"/>
              <a:t>User Flow:</a:t>
            </a:r>
            <a:endParaRPr lang="en-US" sz="2000" dirty="0"/>
          </a:p>
          <a:p>
            <a:r>
              <a:rPr lang="en-US" sz="2000" dirty="0"/>
              <a:t>User uploads </a:t>
            </a:r>
            <a:r>
              <a:rPr lang="en-US" sz="2000" b="1" dirty="0"/>
              <a:t>resume</a:t>
            </a:r>
            <a:r>
              <a:rPr lang="en-US" sz="2000" dirty="0"/>
              <a:t> + </a:t>
            </a:r>
            <a:r>
              <a:rPr lang="en-US" sz="2000" b="1" dirty="0"/>
              <a:t>job description</a:t>
            </a:r>
            <a:endParaRPr lang="en-US" sz="2000" dirty="0"/>
          </a:p>
          <a:p>
            <a:r>
              <a:rPr lang="en-US" sz="2000" dirty="0"/>
              <a:t>Selects difficulty: </a:t>
            </a:r>
            <a:r>
              <a:rPr lang="en-US" sz="2000" b="1" dirty="0"/>
              <a:t>Easy / Medium / Hard</a:t>
            </a:r>
            <a:endParaRPr lang="en-US" sz="2000" dirty="0"/>
          </a:p>
          <a:p>
            <a:r>
              <a:rPr lang="en-US" sz="2000" dirty="0"/>
              <a:t>System generates </a:t>
            </a:r>
            <a:r>
              <a:rPr lang="en-US" sz="2000" b="1" dirty="0"/>
              <a:t>5 questions at once</a:t>
            </a:r>
            <a:endParaRPr lang="en-US" sz="2000" dirty="0"/>
          </a:p>
          <a:p>
            <a:r>
              <a:rPr lang="en-US" sz="2000" dirty="0"/>
              <a:t>For each question:</a:t>
            </a:r>
          </a:p>
          <a:p>
            <a:pPr lvl="1"/>
            <a:r>
              <a:rPr lang="en-US" sz="2000" dirty="0"/>
              <a:t>A random number (0–2) is generated</a:t>
            </a:r>
          </a:p>
          <a:p>
            <a:pPr lvl="1"/>
            <a:r>
              <a:rPr lang="en-US" sz="2000" dirty="0"/>
              <a:t>If </a:t>
            </a:r>
            <a:r>
              <a:rPr lang="en-US" sz="2000" b="1" dirty="0"/>
              <a:t>0 → next question</a:t>
            </a:r>
            <a:endParaRPr lang="en-US" sz="2000" dirty="0"/>
          </a:p>
          <a:p>
            <a:pPr lvl="1"/>
            <a:r>
              <a:rPr lang="en-US" sz="2000" dirty="0"/>
              <a:t>If </a:t>
            </a:r>
            <a:r>
              <a:rPr lang="en-US" sz="2000" b="1" dirty="0"/>
              <a:t>1 → generate 1 follow-up question using Gemini</a:t>
            </a:r>
            <a:endParaRPr lang="en-US" sz="2000" dirty="0"/>
          </a:p>
          <a:p>
            <a:pPr lvl="1"/>
            <a:r>
              <a:rPr lang="en-US" sz="2000" dirty="0"/>
              <a:t>Continue until the 5 main questions finish</a:t>
            </a:r>
          </a:p>
          <a:p>
            <a:r>
              <a:rPr lang="en-US" sz="2000" b="1" dirty="0"/>
              <a:t>Limitation:</a:t>
            </a:r>
            <a:endParaRPr lang="en-US" sz="2000" dirty="0"/>
          </a:p>
          <a:p>
            <a:r>
              <a:rPr lang="en-US" sz="2000" dirty="0"/>
              <a:t>Not realistic due to API rate limits</a:t>
            </a:r>
          </a:p>
          <a:p>
            <a:r>
              <a:rPr lang="en-US" sz="2000" dirty="0"/>
              <a:t>Follow-up questions were minimal</a:t>
            </a:r>
          </a:p>
          <a:p>
            <a:r>
              <a:rPr lang="en-US" sz="2000" dirty="0"/>
              <a:t>Not real-time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BEBE6-0665-82A0-3012-FCE1A7A8D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952" y="1470392"/>
            <a:ext cx="4259048" cy="4701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1248"/>
            <a:ext cx="7772400" cy="1456267"/>
          </a:xfrm>
        </p:spPr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b="1" dirty="0"/>
              <a:t>Voice Interview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r>
              <a:rPr dirty="0"/>
              <a:t>• </a:t>
            </a:r>
            <a:r>
              <a:rPr dirty="0" err="1"/>
              <a:t>Streamlit’s</a:t>
            </a:r>
            <a:r>
              <a:rPr dirty="0"/>
              <a:t> browser‑based audio recorder</a:t>
            </a:r>
            <a:endParaRPr lang="en-US" dirty="0"/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r>
              <a:rPr lang="en-US" dirty="0"/>
              <a:t>• Faster‑Whisper for real‑time transcription</a:t>
            </a:r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r>
              <a:rPr dirty="0"/>
              <a:t>• </a:t>
            </a:r>
            <a:r>
              <a:rPr dirty="0" err="1"/>
              <a:t>ElevenLabs</a:t>
            </a:r>
            <a:r>
              <a:rPr dirty="0"/>
              <a:t> for lifelike interviewer voice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07DB74-C734-DA34-89D9-C4154608143B}"/>
              </a:ext>
            </a:extLst>
          </p:cNvPr>
          <p:cNvSpPr txBox="1"/>
          <p:nvPr/>
        </p:nvSpPr>
        <p:spPr>
          <a:xfrm>
            <a:off x="671051" y="3429000"/>
            <a:ext cx="640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Problems With Version 1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75FD1-C04C-6253-F496-DEA5DC9A52CC}"/>
              </a:ext>
            </a:extLst>
          </p:cNvPr>
          <p:cNvSpPr txBox="1"/>
          <p:nvPr/>
        </p:nvSpPr>
        <p:spPr>
          <a:xfrm>
            <a:off x="671051" y="4258456"/>
            <a:ext cx="717051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Could not test properly due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API limitations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Interview felt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not like a conversation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 automatic VAD (voice activity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 possible to ask multiple follow-ups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Manual button presses (start/stop)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Improved Workflow (Version 2)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3837122" cy="4873752"/>
          </a:xfrm>
        </p:spPr>
        <p:txBody>
          <a:bodyPr>
            <a:noAutofit/>
          </a:bodyPr>
          <a:lstStyle/>
          <a:p>
            <a:r>
              <a:rPr lang="en-IN" sz="2400" b="1" dirty="0"/>
              <a:t>Tech Used (Google Cloud):</a:t>
            </a:r>
            <a:endParaRPr lang="en-IN" sz="2400" dirty="0"/>
          </a:p>
          <a:p>
            <a:r>
              <a:rPr lang="en-IN" sz="2400" b="1" dirty="0"/>
              <a:t>Google Cloud Speech-to-Text v2</a:t>
            </a:r>
            <a:endParaRPr lang="en-IN" sz="2400" dirty="0"/>
          </a:p>
          <a:p>
            <a:r>
              <a:rPr lang="en-IN" sz="2400" b="1" dirty="0"/>
              <a:t>Gemini 2.5 Flash via Vertex AI</a:t>
            </a:r>
            <a:endParaRPr lang="en-IN" sz="2400" dirty="0"/>
          </a:p>
          <a:p>
            <a:r>
              <a:rPr lang="en-IN" sz="2400" b="1" dirty="0"/>
              <a:t>Google Cloud Text-to-Speech</a:t>
            </a:r>
            <a:endParaRPr lang="en-IN" sz="2400" dirty="0"/>
          </a:p>
          <a:p>
            <a:r>
              <a:rPr lang="en-IN" sz="2400" dirty="0"/>
              <a:t>Uses </a:t>
            </a:r>
            <a:r>
              <a:rPr lang="en-IN" sz="2400" b="1" dirty="0"/>
              <a:t>$300 free credits</a:t>
            </a:r>
            <a:r>
              <a:rPr lang="en-IN" sz="2400" dirty="0"/>
              <a:t> → no rate limit 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3C4D3-2443-9D28-8F22-4F92ABAA5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122" y="1709815"/>
            <a:ext cx="5306878" cy="4325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How Version 2 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Real-time pipeline (like Google Assistant):</a:t>
            </a:r>
            <a:endParaRPr lang="en-IN" dirty="0"/>
          </a:p>
          <a:p>
            <a:r>
              <a:rPr lang="en-IN" dirty="0"/>
              <a:t>User speaks → </a:t>
            </a:r>
            <a:r>
              <a:rPr lang="en-IN" b="1" dirty="0"/>
              <a:t>STT transcribes instantly</a:t>
            </a:r>
            <a:endParaRPr lang="en-IN" dirty="0"/>
          </a:p>
          <a:p>
            <a:r>
              <a:rPr lang="en-IN" dirty="0"/>
              <a:t>Transcript → Gemini 2.5 Flash → </a:t>
            </a:r>
            <a:r>
              <a:rPr lang="en-IN" b="1" dirty="0"/>
              <a:t>live follow-up logic</a:t>
            </a:r>
            <a:endParaRPr lang="en-IN" dirty="0"/>
          </a:p>
          <a:p>
            <a:r>
              <a:rPr lang="en-IN" dirty="0"/>
              <a:t>Gemini → TTS → </a:t>
            </a:r>
            <a:r>
              <a:rPr lang="en-IN" b="1" dirty="0"/>
              <a:t>assistant speaks immediately</a:t>
            </a:r>
            <a:endParaRPr lang="en-IN" dirty="0"/>
          </a:p>
          <a:p>
            <a:r>
              <a:rPr lang="en-IN" dirty="0"/>
              <a:t>Automatic </a:t>
            </a:r>
            <a:r>
              <a:rPr lang="en-IN" b="1" dirty="0"/>
              <a:t>pause/play, auto-record</a:t>
            </a:r>
            <a:r>
              <a:rPr lang="en-IN" dirty="0"/>
              <a:t>, no buttons needed</a:t>
            </a:r>
          </a:p>
          <a:p>
            <a:r>
              <a:rPr lang="en-IN" dirty="0"/>
              <a:t>More follow-up questions allowed since Cloud Vertex AI has high rate limits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dirty="0"/>
              <a:t>Final Workflow Diagram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8B058D-1C24-4F8C-6A74-0E0F5A2CBA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524353"/>
            <a:ext cx="74302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VAD (auto start/stop on speech)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Dynamic follow-up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Higher quality TTS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Live coding window for coding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More natural “interviewer” tone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Pipeline feels like a real human conversation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0E0DB8-EF81-233D-6640-C8AC39E03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3E4D5-2353-7A55-4E61-65BC8AD75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WHY NOT ASR?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01659D-4191-2AF5-4870-C8459878B8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1773012"/>
            <a:ext cx="8229600" cy="4315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dirty="0"/>
              <a:t>For continuous feedback, need continuous processing</a:t>
            </a:r>
          </a:p>
          <a:p>
            <a:r>
              <a:rPr lang="en-IN" sz="2800" dirty="0"/>
              <a:t>Need for separate VAD</a:t>
            </a:r>
          </a:p>
          <a:p>
            <a:r>
              <a:rPr lang="en-IN" sz="2800" dirty="0"/>
              <a:t>If stopped at pauses, hard to detect pauses in speech and speech finishes </a:t>
            </a:r>
          </a:p>
          <a:p>
            <a:r>
              <a:rPr lang="en-IN" sz="2800" dirty="0"/>
              <a:t>Tried for 10 and 15 sec chunks</a:t>
            </a:r>
          </a:p>
          <a:p>
            <a:r>
              <a:rPr lang="en-IN" sz="2800" dirty="0"/>
              <a:t>Due to latency in processing Transcripts, lag between transcript processing and audio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33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277E2-FEDD-2956-3C03-123C4C8A5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AE402-8C21-F309-AE8B-17C7603F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WHY STT??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65F85E-4D76-6D7C-0E28-E4347F2E0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2550660"/>
            <a:ext cx="8229600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800" dirty="0"/>
              <a:t>Low latency &lt;- better cloud GPUs</a:t>
            </a:r>
          </a:p>
          <a:p>
            <a:r>
              <a:rPr lang="en-IN" sz="2800" dirty="0"/>
              <a:t>No need for separate VAD or silence detection</a:t>
            </a:r>
          </a:p>
          <a:p>
            <a:r>
              <a:rPr lang="en-IN" sz="2800" dirty="0"/>
              <a:t>Works well for varying answer durations</a:t>
            </a:r>
          </a:p>
          <a:p>
            <a:r>
              <a:rPr lang="en-IN" sz="2800" dirty="0"/>
              <a:t>Better audio processing (noise suppression etc)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22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6F4AC-BA81-1681-4CB5-E3F266F9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378CA-761B-8152-BF81-EB71B4AE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Pipeline and Latency Analysis</a:t>
            </a:r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A929C85-91D1-7C85-9692-7054B7ACB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2335217"/>
            <a:ext cx="8229600" cy="3190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defRPr sz="1400"/>
            </a:pPr>
            <a:r>
              <a:rPr lang="en-IN" sz="2400" dirty="0"/>
              <a:t>Client: Microphone→ VAD → Media Recorder</a:t>
            </a:r>
          </a:p>
          <a:p>
            <a:pPr>
              <a:defRPr sz="1400"/>
            </a:pPr>
            <a:r>
              <a:rPr lang="en-IN" sz="2400" dirty="0"/>
              <a:t>Upload: Blob  → Server (Flask) receives bytes.</a:t>
            </a:r>
          </a:p>
          <a:p>
            <a:pPr>
              <a:defRPr sz="1400"/>
            </a:pPr>
            <a:r>
              <a:rPr lang="en-IN" sz="2400" dirty="0"/>
              <a:t>STT: Google Speech-to-Text v2 (sync) — typical 1–3 s latency.</a:t>
            </a:r>
          </a:p>
          <a:p>
            <a:pPr>
              <a:defRPr sz="1400"/>
            </a:pPr>
            <a:r>
              <a:rPr lang="en-IN" sz="2400" dirty="0"/>
              <a:t>LLM: Gemini — generate concise question; quality guards applied.</a:t>
            </a:r>
          </a:p>
          <a:p>
            <a:pPr>
              <a:defRPr sz="1400"/>
            </a:pPr>
            <a:r>
              <a:rPr lang="en-IN" sz="2400" dirty="0"/>
              <a:t>TTS: Google TTS → MP3 data URI; client pauses VAD during playback.</a:t>
            </a:r>
          </a:p>
        </p:txBody>
      </p:sp>
    </p:spTree>
    <p:extLst>
      <p:ext uri="{BB962C8B-B14F-4D97-AF65-F5344CB8AC3E}">
        <p14:creationId xmlns:p14="http://schemas.microsoft.com/office/powerpoint/2010/main" val="2870560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C9540-ABD1-D842-4E03-CF467EEF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A2EBC-BF55-9D5B-DA07-4ADEF934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AI Evaluation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2A8F-C752-2CCD-99FA-C780E1F35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Scoring of each answer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Strengths and improvement points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Better phrasing suggestions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Keyword coverage analysis</a:t>
            </a:r>
          </a:p>
        </p:txBody>
      </p:sp>
    </p:spTree>
    <p:extLst>
      <p:ext uri="{BB962C8B-B14F-4D97-AF65-F5344CB8AC3E}">
        <p14:creationId xmlns:p14="http://schemas.microsoft.com/office/powerpoint/2010/main" val="3581859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53FDF-F396-53BB-2825-A677E40A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37309-259B-5EA9-224F-C9542ED2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US" dirty="0"/>
              <a:t>How AI feedback is generated 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52E4B-9BDE-D6C3-0CEE-9DB34176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Input Acquisition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Live Conversation: </a:t>
            </a:r>
            <a:r>
              <a:rPr lang="en-US" dirty="0" err="1"/>
              <a:t>SocketIO</a:t>
            </a:r>
            <a:r>
              <a:rPr lang="en-US" dirty="0"/>
              <a:t>, </a:t>
            </a:r>
            <a:r>
              <a:rPr lang="en-US" dirty="0" err="1"/>
              <a:t>WebSockets</a:t>
            </a:r>
            <a:r>
              <a:rPr lang="en-US" dirty="0"/>
              <a:t> with speech-to-text (STT)</a:t>
            </a: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Conversation Context: Maintains full dialog history</a:t>
            </a:r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dirty="0"/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r>
              <a:rPr lang="en-IN" dirty="0"/>
              <a:t>Prompting Architecture:</a:t>
            </a:r>
          </a:p>
          <a:p>
            <a:pPr>
              <a:buFont typeface="Wingdings" panose="05000000000000000000" pitchFamily="2" charset="2"/>
              <a:buChar char="è"/>
              <a:defRPr sz="2600">
                <a:solidFill>
                  <a:srgbClr val="E6F0FF"/>
                </a:solidFill>
              </a:defRPr>
            </a:pPr>
            <a:r>
              <a:rPr lang="en-IN" b="1" dirty="0"/>
              <a:t>Primary System Prompt   -&gt; Few-Shot Examples</a:t>
            </a:r>
          </a:p>
          <a:p>
            <a:pPr>
              <a:buFont typeface="Wingdings" panose="05000000000000000000" pitchFamily="2" charset="2"/>
              <a:buChar char="è"/>
              <a:defRPr sz="2600">
                <a:solidFill>
                  <a:srgbClr val="E6F0FF"/>
                </a:solidFill>
              </a:defRPr>
            </a:pPr>
            <a:r>
              <a:rPr lang="en-IN" b="1" dirty="0"/>
              <a:t>Structured Output Format </a:t>
            </a:r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20172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0CC2E-A353-385D-BAAF-E4F799D3B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CA1A-F534-6B3A-054C-A4009EB3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AI Integration Points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B06C6-6D08-09A5-08C1-A07A0B8FB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Feedback Generation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Text-to-Speech: Audio summaries generated from feedback text</a:t>
            </a: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Context Preservation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Client-Side Processing: </a:t>
            </a:r>
            <a:r>
              <a:rPr lang="en-US" dirty="0" err="1"/>
              <a:t>parseFeedback</a:t>
            </a:r>
            <a:r>
              <a:rPr lang="en-US" dirty="0"/>
              <a:t>() function extracts structured data from AI-generated text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Statistical Corrections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US" dirty="0"/>
              <a:t>Real-time Updates: WebSocket-powered live results display.</a:t>
            </a:r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dirty="0"/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6988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8DE1E-BA50-C661-D799-7BB0FCC3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9C4BE-1A31-9C31-2372-C7AAF6EED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Integration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1BB4D-D294-1267-ED13-3EBA04524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Initially planned separate React.js frontend and Flask (Python) backend connected via endpoints</a:t>
            </a:r>
          </a:p>
          <a:p>
            <a:r>
              <a:rPr lang="en-US" sz="2400" dirty="0"/>
              <a:t>Integration divided into three key modules: Question Generation, Interview Flow, and Feedback</a:t>
            </a:r>
          </a:p>
          <a:p>
            <a:r>
              <a:rPr lang="en-US" sz="2400" dirty="0"/>
              <a:t>Question Generation &amp; Feedback were straightforward due to fixed input–output formats</a:t>
            </a:r>
          </a:p>
          <a:p>
            <a:r>
              <a:rPr lang="en-US" sz="2400" dirty="0"/>
              <a:t>Major complexity came from the dynamic and evolving audio pipeline</a:t>
            </a:r>
          </a:p>
          <a:p>
            <a:r>
              <a:rPr lang="en-US" sz="2400" dirty="0"/>
              <a:t>Frequent backend updates required continuous frontend adjustments</a:t>
            </a:r>
          </a:p>
        </p:txBody>
      </p:sp>
    </p:spTree>
    <p:extLst>
      <p:ext uri="{BB962C8B-B14F-4D97-AF65-F5344CB8AC3E}">
        <p14:creationId xmlns:p14="http://schemas.microsoft.com/office/powerpoint/2010/main" val="203711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86B0F-EE36-DD7D-E3EC-FE56344D1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DB0A4-7237-4F0A-EDCD-1974380F2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5407"/>
            <a:ext cx="7772400" cy="1456267"/>
          </a:xfrm>
        </p:spPr>
        <p:txBody>
          <a:bodyPr>
            <a:normAutofit/>
          </a:bodyPr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rPr lang="en-IN" dirty="0"/>
              <a:t>Implementation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EA317C-84DC-EB8C-CF4B-8D55EACC2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456794"/>
            <a:ext cx="796904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Shifted focus to stabilizing backend first, due to changing audio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a minimal vanilla HTML/CSS/JS frontend initially to test backend endpoints quickly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Ensured all backend routes were consistent, well-defined, and versioned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Gradually built a more refined UI once backend audio workflows were stable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 integration achieved smooth flow across all stages:</a:t>
            </a:r>
          </a:p>
        </p:txBody>
      </p:sp>
    </p:spTree>
    <p:extLst>
      <p:ext uri="{BB962C8B-B14F-4D97-AF65-F5344CB8AC3E}">
        <p14:creationId xmlns:p14="http://schemas.microsoft.com/office/powerpoint/2010/main" val="1800175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Workflow – </a:t>
            </a:r>
            <a:r>
              <a:rPr lang="en-IN" dirty="0" err="1"/>
              <a:t>Subhadeep</a:t>
            </a:r>
            <a:r>
              <a:rPr lang="en-IN" dirty="0"/>
              <a:t> and Abhishek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Audio Pipeline – Aditya and </a:t>
            </a:r>
            <a:r>
              <a:rPr lang="en-IN" dirty="0" err="1"/>
              <a:t>Subhadeep</a:t>
            </a: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Prompting – Manish and </a:t>
            </a:r>
            <a:r>
              <a:rPr lang="en-IN" dirty="0" err="1"/>
              <a:t>Subhadeep</a:t>
            </a: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Feedback – Abhishek and Manish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UI – Ayaan and Aditya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lang="en-IN" dirty="0"/>
              <a:t>Integration – Ayaan</a:t>
            </a:r>
          </a:p>
          <a:p>
            <a:pPr marL="0" indent="0">
              <a:buNone/>
              <a:defRPr sz="2600">
                <a:solidFill>
                  <a:srgbClr val="E6F0FF"/>
                </a:solidFill>
              </a:defRPr>
            </a:pP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endParaRPr lang="en-IN" dirty="0"/>
          </a:p>
          <a:p>
            <a:pPr>
              <a:defRPr sz="2600">
                <a:solidFill>
                  <a:srgbClr val="E6F0FF"/>
                </a:solidFill>
              </a:defRPr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42D"/>
            </a:gs>
            <a:gs pos="100000">
              <a:srgbClr val="232D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D2E6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5868"/>
            <a:ext cx="7772400" cy="2653617"/>
          </a:xfrm>
        </p:spPr>
        <p:txBody>
          <a:bodyPr/>
          <a:lstStyle/>
          <a:p>
            <a:endParaRPr dirty="0"/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 err="1"/>
              <a:t>CrackGPT</a:t>
            </a:r>
            <a:r>
              <a:rPr dirty="0"/>
              <a:t> delivers a realistic, adaptive, AI‑powered mock interview experience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Helps students prepare more effectively</a:t>
            </a:r>
          </a:p>
          <a:p>
            <a:pPr>
              <a:defRPr sz="2600">
                <a:solidFill>
                  <a:srgbClr val="E6F0FF"/>
                </a:solidFill>
              </a:defRPr>
            </a:pPr>
            <a:r>
              <a:rPr dirty="0"/>
              <a:t>Extensible into full career‑prep platform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556</TotalTime>
  <Words>862</Words>
  <Application>Microsoft Office PowerPoint</Application>
  <PresentationFormat>On-screen Show (4:3)</PresentationFormat>
  <Paragraphs>149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Algerian</vt:lpstr>
      <vt:lpstr>Arial</vt:lpstr>
      <vt:lpstr>Calibri</vt:lpstr>
      <vt:lpstr>Calibri Light</vt:lpstr>
      <vt:lpstr>Wingdings</vt:lpstr>
      <vt:lpstr>Celestial</vt:lpstr>
      <vt:lpstr>CrackGPT – AI Interview Simulator</vt:lpstr>
      <vt:lpstr>The Problem</vt:lpstr>
      <vt:lpstr>Why Current Tools Fail</vt:lpstr>
      <vt:lpstr>Our Idea – CrackGPT</vt:lpstr>
      <vt:lpstr>High‑Level System Workflow Initial Workflow (Version 1)</vt:lpstr>
      <vt:lpstr>How Version 1 Worked</vt:lpstr>
      <vt:lpstr>Voice Interview Simulation</vt:lpstr>
      <vt:lpstr>Improved Workflow (Version 2)</vt:lpstr>
      <vt:lpstr>How Version 2 Works</vt:lpstr>
      <vt:lpstr>Final Workflow Diagram</vt:lpstr>
      <vt:lpstr>WHY NOT ASR?</vt:lpstr>
      <vt:lpstr>WHY STT??</vt:lpstr>
      <vt:lpstr>Pipeline and Latency Analysis</vt:lpstr>
      <vt:lpstr>AI Evaluation Module</vt:lpstr>
      <vt:lpstr>How AI feedback is generated </vt:lpstr>
      <vt:lpstr>AI Integration Points</vt:lpstr>
      <vt:lpstr>Integration Overview</vt:lpstr>
      <vt:lpstr>Implementation</vt:lpstr>
      <vt:lpstr>Team Contributions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Ayaan Mohd</cp:lastModifiedBy>
  <cp:revision>5</cp:revision>
  <dcterms:created xsi:type="dcterms:W3CDTF">2013-01-27T09:14:16Z</dcterms:created>
  <dcterms:modified xsi:type="dcterms:W3CDTF">2025-11-18T14:42:11Z</dcterms:modified>
  <cp:category/>
</cp:coreProperties>
</file>